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2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10.06.2026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2910" y="1928802"/>
            <a:ext cx="7772400" cy="245746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100" b="1" dirty="0" smtClean="0">
                <a:latin typeface="Times New Roman" pitchFamily="18" charset="0"/>
                <a:cs typeface="Times New Roman" pitchFamily="18" charset="0"/>
              </a:rPr>
              <a:t>Разработка </a:t>
            </a:r>
            <a:r>
              <a:rPr lang="ru-RU" sz="3100" b="1" dirty="0" smtClean="0">
                <a:latin typeface="Times New Roman" pitchFamily="18" charset="0"/>
                <a:cs typeface="Times New Roman" pitchFamily="18" charset="0"/>
              </a:rPr>
              <a:t>архитектуры проекта электронной очереди для торгового зала на базе платформы "1С:Предприятие 8" с интеграцией устройств 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Android TV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b="1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42910" y="5572140"/>
            <a:ext cx="2786082" cy="466716"/>
          </a:xfrm>
        </p:spPr>
        <p:txBody>
          <a:bodyPr>
            <a:noAutofit/>
          </a:bodyPr>
          <a:lstStyle/>
          <a:p>
            <a:r>
              <a:rPr lang="ru-RU" sz="2800" b="1" dirty="0" smtClean="0">
                <a:solidFill>
                  <a:schemeClr val="tx1"/>
                </a:solidFill>
              </a:rPr>
              <a:t>Архитектор </a:t>
            </a:r>
            <a:r>
              <a:rPr lang="ru-RU" sz="2800" b="1" dirty="0" smtClean="0">
                <a:solidFill>
                  <a:schemeClr val="tx1"/>
                </a:solidFill>
              </a:rPr>
              <a:t>1с</a:t>
            </a:r>
            <a:endParaRPr lang="ru-RU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143116"/>
            <a:ext cx="8229600" cy="1428752"/>
          </a:xfrm>
        </p:spPr>
        <p:txBody>
          <a:bodyPr>
            <a:noAutofit/>
          </a:bodyPr>
          <a:lstStyle/>
          <a:p>
            <a:pPr lvl="0" algn="ctr">
              <a:spcBef>
                <a:spcPts val="0"/>
              </a:spcBef>
            </a:pPr>
            <a:r>
              <a:rPr lang="ru-RU" sz="4800" b="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Меня хорошо видно</a:t>
            </a:r>
            <a:br>
              <a:rPr lang="ru-RU" sz="4800" b="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4800" b="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&amp; слышно?</a:t>
            </a:r>
            <a:endParaRPr lang="ru-RU" sz="4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1000108"/>
            <a:ext cx="8229600" cy="2143140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</a:pPr>
            <a:r>
              <a:rPr lang="ru-RU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Защита проекта</a:t>
            </a:r>
            <a:br>
              <a:rPr lang="ru-RU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Тема: Разработка архитектуры проекта электронной очереди для торгового зала на базе платформы "1С:Предприятие 8" с интеграцией устройств 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Android TV</a:t>
            </a:r>
            <a:endParaRPr lang="ru-RU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3357562"/>
            <a:ext cx="8229600" cy="2357454"/>
          </a:xfrm>
        </p:spPr>
        <p:txBody>
          <a:bodyPr>
            <a:normAutofit/>
          </a:bodyPr>
          <a:lstStyle/>
          <a:p>
            <a:r>
              <a:rPr lang="ru-RU" sz="3600" dirty="0" err="1" smtClean="0"/>
              <a:t>Чекмарев</a:t>
            </a:r>
            <a:r>
              <a:rPr lang="ru-RU" sz="3600" dirty="0" smtClean="0"/>
              <a:t> Максим</a:t>
            </a:r>
          </a:p>
          <a:p>
            <a:r>
              <a:rPr lang="ru-RU" sz="3600" dirty="0" smtClean="0"/>
              <a:t>Должность: Программист 1С</a:t>
            </a:r>
          </a:p>
          <a:p>
            <a:r>
              <a:rPr lang="ru-RU" sz="3600" dirty="0" smtClean="0"/>
              <a:t>Доменная область: Медицина</a:t>
            </a:r>
            <a:endParaRPr lang="ru-RU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защиты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indent="0">
              <a:lnSpc>
                <a:spcPct val="150000"/>
              </a:lnSpc>
              <a:spcBef>
                <a:spcPts val="0"/>
              </a:spcBef>
            </a:pPr>
            <a:r>
              <a:rPr lang="ru-RU" sz="2800" b="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  <a:sym typeface="Roboto"/>
              </a:rPr>
              <a:t>Цель и задачи </a:t>
            </a:r>
            <a:r>
              <a:rPr lang="ru-RU" sz="2800" b="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  <a:sym typeface="Roboto"/>
              </a:rPr>
              <a:t>проекта;</a:t>
            </a:r>
          </a:p>
          <a:p>
            <a:pPr marL="216000" lvl="0" indent="0">
              <a:lnSpc>
                <a:spcPct val="150000"/>
              </a:lnSpc>
              <a:spcBef>
                <a:spcPts val="0"/>
              </a:spcBef>
            </a:pPr>
            <a:r>
              <a:rPr lang="ru-RU" sz="2800" b="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  <a:sym typeface="Roboto"/>
              </a:rPr>
              <a:t>Какие технологии </a:t>
            </a:r>
            <a:r>
              <a:rPr lang="ru-RU" sz="2800" b="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  <a:sym typeface="Roboto"/>
              </a:rPr>
              <a:t>использовались;</a:t>
            </a:r>
            <a:endParaRPr lang="ru-RU" sz="2800" b="1" dirty="0" smtClean="0">
              <a:solidFill>
                <a:schemeClr val="dk1"/>
              </a:solidFill>
              <a:latin typeface="Times New Roman" pitchFamily="18" charset="0"/>
              <a:ea typeface="Roboto"/>
              <a:cs typeface="Times New Roman" pitchFamily="18" charset="0"/>
              <a:sym typeface="Roboto"/>
            </a:endParaRPr>
          </a:p>
          <a:p>
            <a:pPr marL="216000" lvl="0" indent="0">
              <a:lnSpc>
                <a:spcPct val="150000"/>
              </a:lnSpc>
              <a:spcBef>
                <a:spcPts val="0"/>
              </a:spcBef>
            </a:pPr>
            <a:r>
              <a:rPr lang="ru-RU" sz="2800" b="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  <a:sym typeface="Roboto"/>
              </a:rPr>
              <a:t>Что </a:t>
            </a:r>
            <a:r>
              <a:rPr lang="ru-RU" sz="2800" b="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  <a:sym typeface="Roboto"/>
              </a:rPr>
              <a:t>получилось;</a:t>
            </a:r>
            <a:endParaRPr lang="ru-RU" sz="2800" b="1" dirty="0" smtClean="0">
              <a:solidFill>
                <a:schemeClr val="dk1"/>
              </a:solidFill>
              <a:latin typeface="Times New Roman" pitchFamily="18" charset="0"/>
              <a:ea typeface="Roboto"/>
              <a:cs typeface="Times New Roman" pitchFamily="18" charset="0"/>
              <a:sym typeface="Roboto"/>
            </a:endParaRPr>
          </a:p>
          <a:p>
            <a:pPr marL="216000" lvl="0" indent="0">
              <a:lnSpc>
                <a:spcPct val="150000"/>
              </a:lnSpc>
              <a:spcBef>
                <a:spcPts val="0"/>
              </a:spcBef>
            </a:pPr>
            <a:r>
              <a:rPr lang="ru-RU" sz="2800" b="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  <a:sym typeface="Roboto"/>
              </a:rPr>
              <a:t>Выводы;</a:t>
            </a:r>
            <a:endParaRPr lang="ru-RU" sz="2800" b="1" dirty="0" smtClean="0">
              <a:solidFill>
                <a:schemeClr val="dk1"/>
              </a:solidFill>
              <a:latin typeface="Times New Roman" pitchFamily="18" charset="0"/>
              <a:ea typeface="Roboto"/>
              <a:cs typeface="Times New Roman" pitchFamily="18" charset="0"/>
              <a:sym typeface="Roboto"/>
            </a:endParaRPr>
          </a:p>
          <a:p>
            <a:pPr marL="216000" lvl="0" indent="0">
              <a:lnSpc>
                <a:spcPct val="150000"/>
              </a:lnSpc>
              <a:spcBef>
                <a:spcPts val="0"/>
              </a:spcBef>
            </a:pPr>
            <a:r>
              <a:rPr lang="ru-RU" sz="2800" b="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  <a:sym typeface="Roboto"/>
              </a:rPr>
              <a:t>Вопросы и </a:t>
            </a:r>
            <a:r>
              <a:rPr lang="ru-RU" sz="2800" b="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  <a:sym typeface="Roboto"/>
              </a:rPr>
              <a:t>рекомендации.</a:t>
            </a:r>
            <a:endParaRPr lang="ru-RU" sz="2800" b="1" dirty="0" smtClean="0">
              <a:solidFill>
                <a:schemeClr val="dk1"/>
              </a:solidFill>
              <a:latin typeface="Times New Roman" pitchFamily="18" charset="0"/>
              <a:ea typeface="Roboto"/>
              <a:cs typeface="Times New Roman" pitchFamily="18" charset="0"/>
              <a:sym typeface="Roboto"/>
            </a:endParaRPr>
          </a:p>
          <a:p>
            <a:pPr marL="0" indent="0">
              <a:spcBef>
                <a:spcPts val="0"/>
              </a:spcBef>
            </a:pPr>
            <a:endParaRPr lang="ru-RU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" sz="4400" dirty="0" smtClean="0">
                <a:latin typeface="Times New Roman" pitchFamily="18" charset="0"/>
                <a:cs typeface="Times New Roman" pitchFamily="18" charset="0"/>
              </a:rPr>
              <a:t>Какие технологии использовались</a:t>
            </a:r>
            <a:endParaRPr lang="ru-RU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2643182"/>
            <a:ext cx="8229600" cy="2850842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Платформа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"1С:Предприятие 8"</a:t>
            </a:r>
          </a:p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Мобильный клиент 1С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HTTP (REST API)</a:t>
            </a:r>
          </a:p>
          <a:p>
            <a:r>
              <a:rPr lang="en-US" sz="3600" b="1" dirty="0" err="1" smtClean="0">
                <a:latin typeface="Times New Roman" pitchFamily="18" charset="0"/>
                <a:cs typeface="Times New Roman" pitchFamily="18" charset="0"/>
              </a:rPr>
              <a:t>PostgreSQL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785818"/>
          </a:xfrm>
        </p:spPr>
        <p:txBody>
          <a:bodyPr>
            <a:normAutofit fontScale="90000"/>
          </a:bodyPr>
          <a:lstStyle/>
          <a:p>
            <a:r>
              <a:rPr lang="ru" sz="5400" dirty="0" smtClean="0">
                <a:latin typeface="Times New Roman" pitchFamily="18" charset="0"/>
                <a:cs typeface="Times New Roman" pitchFamily="18" charset="0"/>
              </a:rPr>
              <a:t>Что получилось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D:\Архи\Занятия\Итоговая работа\Схемы\BPMN\As-Is\Сборка и выдача заказа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325" y="2071678"/>
            <a:ext cx="8016691" cy="4252922"/>
          </a:xfrm>
          <a:prstGeom prst="rect">
            <a:avLst/>
          </a:prstGeom>
          <a:noFill/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500034" y="1500174"/>
            <a:ext cx="8015286" cy="571504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sz="3200" b="1" dirty="0" smtClean="0"/>
              <a:t>Сборка и выдача заказов </a:t>
            </a:r>
            <a:r>
              <a:rPr lang="en-US" sz="3200" b="1" dirty="0" smtClean="0"/>
              <a:t>As</a:t>
            </a:r>
            <a:r>
              <a:rPr lang="ru-RU" sz="3200" b="1" dirty="0" smtClean="0"/>
              <a:t>-</a:t>
            </a:r>
            <a:r>
              <a:rPr lang="en-US" sz="3200" b="1" dirty="0" smtClean="0"/>
              <a:t>Is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632666"/>
          </a:xfrm>
        </p:spPr>
        <p:txBody>
          <a:bodyPr>
            <a:normAutofit/>
          </a:bodyPr>
          <a:lstStyle/>
          <a:p>
            <a:pPr lvl="0" algn="ctr"/>
            <a:r>
              <a:rPr lang="ru-RU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Сборка и выдача заказов </a:t>
            </a:r>
            <a:r>
              <a:rPr lang="en-US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ru-RU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endParaRPr lang="ru-RU" dirty="0"/>
          </a:p>
        </p:txBody>
      </p:sp>
      <p:pic>
        <p:nvPicPr>
          <p:cNvPr id="2050" name="Picture 2" descr="D:\Архи\Занятия\Итоговая работа\Схемы\BPMN\To-Be\Сборка и выдача заказа To-Be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42768"/>
            <a:ext cx="8229600" cy="39392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70410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C4 -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Контекст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D:\Архи\Занятия\Итоговая работа\Схемы\C4\Уровень 1 - Контекст\C4 - Контекст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2944" y="1633224"/>
            <a:ext cx="3658111" cy="44869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70410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C4 -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Контейнеры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 descr="D:\Архи\Занятия\Итоговая работа\Схемы\C4\Уровень 2 - Контейнеры\С4 - Контейнеры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5961" y="1935163"/>
            <a:ext cx="3292077" cy="43894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70410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Схема интеграции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 descr="D:\Архи\Занятия\Итоговая работа\Схемы\C4\Схема интеграции\C4 - Схема интеграции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9402" y="1494941"/>
            <a:ext cx="4582927" cy="48296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70410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Логическое проектирование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 descr="D:\Архи\Занятия\Итоговая работа\Схемы\ER\ER диаграмма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1380262"/>
            <a:ext cx="6786610" cy="51517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70410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Логическое проектирование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 descr="D:\Архи\Занятия\Итоговая работа\Схемы\ER\ER диаграмма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1380262"/>
            <a:ext cx="6786610" cy="51517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775542"/>
          </a:xfrm>
        </p:spPr>
        <p:txBody>
          <a:bodyPr>
            <a:noAutofit/>
          </a:bodyPr>
          <a:lstStyle/>
          <a:p>
            <a:pPr algn="ctr"/>
            <a:r>
              <a:rPr lang="ru-RU" sz="3200" dirty="0" smtClean="0"/>
              <a:t> </a:t>
            </a:r>
            <a:r>
              <a:rPr lang="ru-RU" sz="4400" b="1" dirty="0" smtClean="0">
                <a:latin typeface="Times New Roman" pitchFamily="18" charset="0"/>
                <a:cs typeface="Times New Roman" pitchFamily="18" charset="0"/>
              </a:rPr>
              <a:t>Прототипы форм</a:t>
            </a:r>
            <a:endParaRPr lang="ru-RU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42976" y="5214950"/>
            <a:ext cx="6900882" cy="785818"/>
          </a:xfrm>
        </p:spPr>
        <p:txBody>
          <a:bodyPr/>
          <a:lstStyle/>
          <a:p>
            <a:pPr algn="ctr">
              <a:buNone/>
            </a:pPr>
            <a:r>
              <a:rPr lang="ru-RU" b="1" dirty="0" smtClean="0"/>
              <a:t>РМК Электронная очередь</a:t>
            </a:r>
            <a:endParaRPr lang="ru-RU" b="1" dirty="0"/>
          </a:p>
        </p:txBody>
      </p:sp>
      <p:pic>
        <p:nvPicPr>
          <p:cNvPr id="7171" name="Picture 3" descr="D:\Архи\Занятия\Итоговая работа\Прототипы форм\Обработка new_АРМ_ЭлектроннаяОчередь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2143116"/>
            <a:ext cx="8142115" cy="26238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Справочник Рабочие места электронной очереди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 descr="D:\Архи\Занятия\Итоговая работа\Прототипы форм\Справочник new_РабочиеМестаЭлектроннойОчереди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28" y="2657475"/>
            <a:ext cx="6221413" cy="4200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smtClean="0"/>
              <a:t>https://github.com/Mak7047/Final-project.git</a:t>
            </a:r>
            <a:endParaRPr lang="ru-RU" sz="3600" dirty="0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2329722"/>
            <a:ext cx="6835787" cy="4528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Электронная очередь полностью </a:t>
            </a:r>
            <a:r>
              <a:rPr lang="ru-RU" sz="2000" dirty="0" smtClean="0"/>
              <a:t>автоматизирует процессы сборки и выдачи заказов, обеспечивая прозрачное управление статусами.</a:t>
            </a:r>
          </a:p>
          <a:p>
            <a:r>
              <a:rPr lang="ru-RU" sz="2000" dirty="0" smtClean="0"/>
              <a:t>Внедрение очереди сократило время ожидания клиентов и исключило хаотичное скопление у зоны выдачи.</a:t>
            </a:r>
          </a:p>
          <a:p>
            <a:r>
              <a:rPr lang="ru-RU" sz="2000" dirty="0" smtClean="0"/>
              <a:t>Разграничение прав между оператором и сборщиком исключило </a:t>
            </a:r>
            <a:r>
              <a:rPr lang="ru-RU" sz="2000" dirty="0" smtClean="0"/>
              <a:t>ошибочные </a:t>
            </a:r>
            <a:r>
              <a:rPr lang="ru-RU" sz="2000" dirty="0" smtClean="0"/>
              <a:t>изменения </a:t>
            </a:r>
            <a:r>
              <a:rPr lang="ru-RU" sz="2000" dirty="0" smtClean="0"/>
              <a:t>статусов</a:t>
            </a:r>
          </a:p>
          <a:p>
            <a:r>
              <a:rPr lang="ru-RU" sz="2000" dirty="0" smtClean="0"/>
              <a:t>Система легко масштабируется</a:t>
            </a:r>
            <a:endParaRPr lang="ru-RU" sz="2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39</TotalTime>
  <Words>146</Words>
  <Application>Microsoft Office PowerPoint</Application>
  <PresentationFormat>Экран (4:3)</PresentationFormat>
  <Paragraphs>35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Поток</vt:lpstr>
      <vt:lpstr>Разработка архитектуры проекта электронной очереди для торгового зала на базе платформы "1С:Предприятие 8" с интеграцией устройств Android TV </vt:lpstr>
      <vt:lpstr>Меня хорошо видно &amp; слышно?</vt:lpstr>
      <vt:lpstr>Защита проекта Тема: Разработка архитектуры проекта электронной очереди для торгового зала на базе платформы "1С:Предприятие 8" с интеграцией устройств Android TV</vt:lpstr>
      <vt:lpstr>План защиты</vt:lpstr>
      <vt:lpstr>Какие технологии использовались</vt:lpstr>
      <vt:lpstr>Что получилось</vt:lpstr>
      <vt:lpstr>Сборка и выдача заказов To-Be</vt:lpstr>
      <vt:lpstr>C4 - Контекст</vt:lpstr>
      <vt:lpstr>C4 - Контейнеры</vt:lpstr>
      <vt:lpstr>Схема интеграции</vt:lpstr>
      <vt:lpstr>Логическое проектирование</vt:lpstr>
      <vt:lpstr>Логическое проектирование</vt:lpstr>
      <vt:lpstr> Прототипы форм</vt:lpstr>
      <vt:lpstr>Справочник Рабочие места электронной очереди</vt:lpstr>
      <vt:lpstr>https://github.com/Mak7047/Final-project.git</vt:lpstr>
      <vt:lpstr>Выводы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архитектуры проекта электронной очереди для торгового зала на базе платформы "1С:Предприятие 8" с интеграцией устройств Android TV </dc:title>
  <dc:creator>Maks</dc:creator>
  <cp:lastModifiedBy>Maks</cp:lastModifiedBy>
  <cp:revision>11</cp:revision>
  <dcterms:created xsi:type="dcterms:W3CDTF">2026-06-10T15:31:27Z</dcterms:created>
  <dcterms:modified xsi:type="dcterms:W3CDTF">2026-06-10T16:16:56Z</dcterms:modified>
</cp:coreProperties>
</file>